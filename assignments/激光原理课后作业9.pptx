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1429"/>
  </p:normalViewPr>
  <p:slideViewPr>
    <p:cSldViewPr snapToGrid="0" snapToObjects="1">
      <p:cViewPr varScale="1">
        <p:scale>
          <a:sx n="117" d="100"/>
          <a:sy n="117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8F052-82C9-7948-BCC1-3A88F66A8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9D445B-22C1-3C45-9A8B-7F9268D6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07354-D0A0-A442-AA17-2A0B56C9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22870-85E8-754C-BAA4-CC76D6F5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1C8D3-BFBD-F44A-A782-C00D8EE4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805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C2895-84F6-5343-962D-818D2062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E30AD-307D-BF40-B08D-1EAB2D30A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72F91D-509C-C044-A594-44BB3421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9E399-E4AF-864D-A84E-5D4BD518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17F429-6060-0148-926E-E628A56C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973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AC072-AFE6-FD4F-B5E5-655FB0C6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BD84B7-EEAD-6243-A413-E7B8DA75C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9EC8F6-9530-AC48-87E2-2CC8C8BE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D71FD-A02F-F640-ACB2-463D200C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51952-E954-374F-9F5A-4044E1D8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860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D2FD6-12A7-3147-8515-43A0F46A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6E1D6-C6A5-6541-B357-0F9D6F69D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3A94B2-66DE-C847-AA97-7966DDACD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192744-C8BC-3045-B75C-ED09256E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E236D-DF0A-9F49-8D06-B5976994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635441-4250-854C-93C2-444A8049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2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2EB2D-3896-6640-BB9D-B9AB04B7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F59140-8EF8-4744-9103-AB66CA9C7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18E45-E7D7-CE4B-8FB3-1523A82F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F6D233-C6F0-6D44-A3BF-13A667415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C4569C-EEA8-0743-BA54-3C40A550A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64985C-6F9E-A540-986F-983C3B2D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A25580-AA85-F147-AC9A-0866F41B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ADA48C-9D89-8343-9CC8-19DCE01A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079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53D55-BDE0-9B4A-8A96-705A9C1B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474918-8DDE-C24E-9944-911D7D6E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5760DA-82CE-E54D-AD30-522369B4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2B56B1-C31D-BC44-A33C-A4E613DA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268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E273CE-B725-CD4B-AD97-03583201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1A72AF-94E3-E043-B64C-420278A8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90FF0C-C056-CD4B-9F43-0624DE86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889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6958A-38EA-C344-A157-EC0C255E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8B078-E975-1A4B-A1C8-23B7C229E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F3F073-B689-194C-A4D9-7B0A3D753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DFAB6-1DBF-3E40-A2C1-AA5706CF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C509C3-6A3F-944D-9EDC-E6B7A5E5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073C56-949C-724D-BAFB-D17E23EA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85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FBA08-79FD-374C-A73B-FB4368E1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BA130E-65C5-2D48-8F14-D49B93743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A624B0-7041-4341-882B-9EF424C7A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2C9996-A52D-064D-8A45-DE1D931A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085BEF-6380-964B-99B2-99D1A4DB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C1C164-1606-AF49-AAC4-2CF64F06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92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41528-400B-BB4F-8ECB-AB74BF05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0451A6-C978-EB46-86B0-158BF31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03A63-E977-1041-9431-2F323B7D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83CF18-639D-D44F-AD79-A2253F57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C9BCD-D978-6A48-BA2B-7F6BEEB3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60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57FC4A-2109-8845-BB1C-0B403AF44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194523-D511-1D49-9F03-F7E342A3C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6B112-865E-B74B-8179-B42FCE1F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603DF3-AABD-B345-BBF1-ABF171E2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B257C-C68D-B246-A468-074174F4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67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2FD8-A48C-1A44-9461-25D0BB1B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2EAE5E-1489-384D-AABD-CB4F33D9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D10AB-C3A6-5F43-9255-3C0C5AF87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0E510-2CF9-904C-B859-A7ED0B253344}" type="datetimeFigureOut">
              <a:rPr kumimoji="1" lang="zh-CN" altLang="en-US" smtClean="0"/>
              <a:t>2024/12/9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49570-5149-B547-8621-C9D7E305A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4F9EEC-BAB8-B647-9999-C2477710D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384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4F165F-9030-1A4E-8DAB-97F6ADD1821B}"/>
              </a:ext>
            </a:extLst>
          </p:cNvPr>
          <p:cNvSpPr txBox="1"/>
          <p:nvPr/>
        </p:nvSpPr>
        <p:spPr>
          <a:xfrm>
            <a:off x="432486" y="345989"/>
            <a:ext cx="1145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请解释什么是激光输出功率的兰姆凹陷。</a:t>
            </a:r>
            <a:endParaRPr kumimoji="1" lang="en-US" altLang="zh-CN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8C6B9D-01BA-254A-AA60-6A06B3AC037F}"/>
              </a:ext>
            </a:extLst>
          </p:cNvPr>
          <p:cNvSpPr txBox="1"/>
          <p:nvPr/>
        </p:nvSpPr>
        <p:spPr>
          <a:xfrm>
            <a:off x="432486" y="1641389"/>
            <a:ext cx="1145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请描述激光器的弛豫振荡过程。</a:t>
            </a:r>
            <a:endParaRPr kumimoji="1" lang="en-US" altLang="zh-CN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104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24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Jianan DUAN</dc:creator>
  <cp:lastModifiedBy>Jianan DUAN</cp:lastModifiedBy>
  <cp:revision>10</cp:revision>
  <dcterms:created xsi:type="dcterms:W3CDTF">2022-09-15T06:04:56Z</dcterms:created>
  <dcterms:modified xsi:type="dcterms:W3CDTF">2024-12-09T06:02:49Z</dcterms:modified>
</cp:coreProperties>
</file>